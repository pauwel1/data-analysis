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/>
    <p:restoredTop sz="90257"/>
  </p:normalViewPr>
  <p:slideViewPr>
    <p:cSldViewPr snapToGrid="0" snapToObjects="1">
      <p:cViewPr varScale="1">
        <p:scale>
          <a:sx n="126" d="100"/>
          <a:sy n="126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28DF4-AA74-E547-9670-BF7DD390F2AC}" type="datetimeFigureOut">
              <a:rPr lang="nl-BE" smtClean="0"/>
              <a:t>30/06/2021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02669-CC66-8044-92F1-5CF7548078C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944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The type of sale</a:t>
            </a:r>
          </a:p>
          <a:p>
            <a:r>
              <a:rPr lang="nl-BE" dirty="0"/>
              <a:t>The 0/1 value for “fully equiped kitchen”</a:t>
            </a:r>
          </a:p>
          <a:p>
            <a:r>
              <a:rPr lang="nl-BE" dirty="0"/>
              <a:t>Facadecount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2669-CC66-8044-92F1-5CF7548078C8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044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DDED-F4A0-E143-9BF7-4A05AAC94A26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FB16F-D23A-C442-A33A-3B3D018D529A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75C6-D962-B344-B47A-47DCBD9D2C9C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57AE-9736-E84E-9291-DF77551FB591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91F0-C6BC-F844-81AF-4ADE1799D3B9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6B7A-2A1D-4F48-9599-4396227CA8E7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BBE1-C8B2-154A-A933-1840A9090F63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942C9-F50F-9C43-85B6-2FC791C9697C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EE873B-8532-BF49-9CFA-247F262E188C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E157-FDE0-6846-98B0-F01051B73A77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7959-2437-4E44-8E97-FFFA02F52B3E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31529E8-C426-9245-B10E-56A59568F358}" type="datetime1">
              <a:rPr lang="nl-BE" smtClean="0"/>
              <a:t>30/06/2021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Pauwel De Wilde - Bouman 3.31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2F2D9-B6EF-0847-B7E5-2C53DC45B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Property prices in Belgium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1D7E21F-C067-4649-8982-1401F08CD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 work in progress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A347AB1-AC02-DD4E-A76E-1D392D4B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38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02F2E-4D1F-424D-A908-0D55B95B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Decisions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6E2021-B4D0-CC42-8698-0E98960BC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New available databases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Outside space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Division per province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906A80F-1E6E-394F-8918-B595C492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3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72707-F837-5F46-9A43-42B4DF34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Decisions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DAC4802-C333-204D-A628-629B8D563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Dropped columns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Seperate df’s by property type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951FC1A-C097-C841-B7A0-8CDBE0CC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1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A577C-1486-4A43-9D3D-6614B593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A860BB99-D917-B04F-9F0A-353EE533C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87E4365-3996-434C-9928-5C81C01F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0C248382-3768-A647-A8AA-080B433B1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28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168DF324-8D72-A048-B964-E528A705E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54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A278C8C9-7A42-0048-A35F-BDE73254B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</p:spTree>
    <p:extLst>
      <p:ext uri="{BB962C8B-B14F-4D97-AF65-F5344CB8AC3E}">
        <p14:creationId xmlns:p14="http://schemas.microsoft.com/office/powerpoint/2010/main" val="115940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C315CF59-A38A-014D-8514-F89926B9B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</p:spTree>
    <p:extLst>
      <p:ext uri="{BB962C8B-B14F-4D97-AF65-F5344CB8AC3E}">
        <p14:creationId xmlns:p14="http://schemas.microsoft.com/office/powerpoint/2010/main" val="195765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49F6C6BF-C74C-EA47-A247-7B9412306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</p:spTree>
    <p:extLst>
      <p:ext uri="{BB962C8B-B14F-4D97-AF65-F5344CB8AC3E}">
        <p14:creationId xmlns:p14="http://schemas.microsoft.com/office/powerpoint/2010/main" val="35636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73952-E111-074D-A851-57E19304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visualization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97ECB1-58AB-D04E-A0CD-C35B91E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A52A41AC-47F2-3844-8F65-420A11A13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000" y="2276208"/>
            <a:ext cx="5279999" cy="3960000"/>
          </a:xfrm>
        </p:spPr>
      </p:pic>
    </p:spTree>
    <p:extLst>
      <p:ext uri="{BB962C8B-B14F-4D97-AF65-F5344CB8AC3E}">
        <p14:creationId xmlns:p14="http://schemas.microsoft.com/office/powerpoint/2010/main" val="427864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78386-639F-2A46-B3E3-A7F40231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Possibilities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F442B3-86B4-914A-9C37-D6E3A207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/>
              <a:t>Plot per munacipility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Plot per subtype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Corelations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…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EE413F2-FFD7-5D45-9888-88C4E3E1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33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0EDF6-4DDE-B14D-A651-E570B14F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Q&amp;A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14C3FA7-2556-F642-A9E9-0FE3D647C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Thank you for your time!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4AC1ED-C88F-1849-ABA8-091C8762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86A12-F4CC-9F4A-8AB5-02979E44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Issues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DAADC3-FFBD-C542-B3B3-06B1289A1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Initial database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Stubbornnes (regex)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Seaborn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B74203C-4FEA-9840-8FB0-D130D96D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Pauwel De Wilde - Bouman 3.31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226580"/>
      </p:ext>
    </p:extLst>
  </p:cSld>
  <p:clrMapOvr>
    <a:masterClrMapping/>
  </p:clrMapOvr>
</p:sld>
</file>

<file path=ppt/theme/theme1.xml><?xml version="1.0" encoding="utf-8"?>
<a:theme xmlns:a="http://schemas.openxmlformats.org/drawingml/2006/main" name="Pak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Pakket</Template>
  <TotalTime>177</TotalTime>
  <Words>151</Words>
  <Application>Microsoft Macintosh PowerPoint</Application>
  <PresentationFormat>Breedbeeld</PresentationFormat>
  <Paragraphs>59</Paragraphs>
  <Slides>13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Pakket</vt:lpstr>
      <vt:lpstr>Property prices in Belgium</vt:lpstr>
      <vt:lpstr>Decisions</vt:lpstr>
      <vt:lpstr>Decisions</vt:lpstr>
      <vt:lpstr>Visualization</vt:lpstr>
      <vt:lpstr>visualization</vt:lpstr>
      <vt:lpstr>visualization</vt:lpstr>
      <vt:lpstr>visualization</vt:lpstr>
      <vt:lpstr>visualization</vt:lpstr>
      <vt:lpstr>visualization</vt:lpstr>
      <vt:lpstr>visualization</vt:lpstr>
      <vt:lpstr>Possibilities</vt:lpstr>
      <vt:lpstr>Q&amp;A</vt:lpstr>
      <vt:lpstr>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Data-Analisis</dc:title>
  <dc:creator>pauweldw@gmail.com</dc:creator>
  <cp:lastModifiedBy>pauweldw@gmail.com</cp:lastModifiedBy>
  <cp:revision>10</cp:revision>
  <dcterms:created xsi:type="dcterms:W3CDTF">2021-06-30T11:17:54Z</dcterms:created>
  <dcterms:modified xsi:type="dcterms:W3CDTF">2021-06-30T14:46:39Z</dcterms:modified>
</cp:coreProperties>
</file>