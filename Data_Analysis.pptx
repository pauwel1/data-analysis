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96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468"/>
    <p:restoredTop sz="90257"/>
  </p:normalViewPr>
  <p:slideViewPr>
    <p:cSldViewPr snapToGrid="0" snapToObjects="1">
      <p:cViewPr varScale="1">
        <p:scale>
          <a:sx n="96" d="100"/>
          <a:sy n="96" d="100"/>
        </p:scale>
        <p:origin x="168" y="8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D28DF4-AA74-E547-9670-BF7DD390F2AC}" type="datetimeFigureOut">
              <a:rPr lang="nl-BE" smtClean="0"/>
              <a:t>30/06/2021</a:t>
            </a:fld>
            <a:endParaRPr lang="nl-BE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902669-CC66-8044-92F1-5CF7548078C8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894409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The type of sale</a:t>
            </a:r>
          </a:p>
          <a:p>
            <a:r>
              <a:rPr lang="nl-BE" dirty="0"/>
              <a:t>The 0/1 value for “fully equiped kitchen”</a:t>
            </a:r>
          </a:p>
          <a:p>
            <a:r>
              <a:rPr lang="nl-BE" dirty="0"/>
              <a:t>Facadecount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902669-CC66-8044-92F1-5CF7548078C8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904427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0DDED-F4A0-E143-9BF7-4A05AAC94A26}" type="datetime1">
              <a:rPr lang="nl-BE" smtClean="0"/>
              <a:t>30/06/2021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‹nr.›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8FB16F-D23A-C442-A33A-3B3D018D529A}" type="datetime1">
              <a:rPr lang="nl-BE" smtClean="0"/>
              <a:t>30/06/2021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6B75C6-D962-B344-B47A-47DCBD9D2C9C}" type="datetime1">
              <a:rPr lang="nl-BE" smtClean="0"/>
              <a:t>30/06/2021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‹nr.›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C57AE-9736-E84E-9291-DF77551FB591}" type="datetime1">
              <a:rPr lang="nl-BE" smtClean="0"/>
              <a:t>30/06/2021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D91F0-C6BC-F844-81AF-4ADE1799D3B9}" type="datetime1">
              <a:rPr lang="nl-BE" smtClean="0"/>
              <a:t>30/06/2021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‹nr.›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846B7A-2A1D-4F48-9599-4396227CA8E7}" type="datetime1">
              <a:rPr lang="nl-BE" smtClean="0"/>
              <a:t>30/06/2021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A8BBE1-C8B2-154A-A933-1840A9090F63}" type="datetime1">
              <a:rPr lang="nl-BE" smtClean="0"/>
              <a:t>30/06/2021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D942C9-F50F-9C43-85B6-2FC791C9697C}" type="datetime1">
              <a:rPr lang="nl-BE" smtClean="0"/>
              <a:t>30/06/2021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r>
              <a:rPr lang="en-US"/>
              <a:t>Pauwel De Wilde - Bouman 3.31</a:t>
            </a:r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A8EE873B-8532-BF49-9CFA-247F262E188C}" type="datetime1">
              <a:rPr lang="nl-BE" smtClean="0"/>
              <a:t>30/06/2021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r>
              <a:rPr lang="en-US"/>
              <a:t>Pauwel De Wilde - Bouman 3.31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EAE157-FDE0-6846-98B0-F01051B73A77}" type="datetime1">
              <a:rPr lang="nl-BE" smtClean="0"/>
              <a:t>30/06/2021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47959-2437-4E44-8E97-FFFA02F52B3E}" type="datetime1">
              <a:rPr lang="nl-BE" smtClean="0"/>
              <a:t>30/06/2021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B31529E8-C426-9245-B10E-56A59568F358}" type="datetime1">
              <a:rPr lang="nl-BE" smtClean="0"/>
              <a:t>30/06/2021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r>
              <a:rPr lang="en-US"/>
              <a:t>Pauwel De Wilde - Bouman 3.31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dirty="0"/>
              <a:pPr/>
              <a:t>‹nr.›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92F2D9-B6EF-0847-B7E5-2C53DC45BFB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BE" dirty="0"/>
              <a:t>Data-Analisis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F1D7E21F-C067-4649-8982-1401F08CD39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BE" dirty="0"/>
              <a:t>A starting point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1A347AB1-AC02-DD4E-A76E-1D392D4BF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3811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402F2E-4D1F-424D-A908-0D55B95B3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Decisions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C6E2021-B4D0-CC42-8698-0E98960BCE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nl-BE" dirty="0"/>
          </a:p>
          <a:p>
            <a:pPr marL="0" indent="0">
              <a:buNone/>
            </a:pPr>
            <a:r>
              <a:rPr lang="nl-BE" dirty="0"/>
              <a:t>Liberal use of dataframe colleagues</a:t>
            </a:r>
          </a:p>
          <a:p>
            <a:pPr marL="0" indent="0">
              <a:buNone/>
            </a:pPr>
            <a:endParaRPr lang="nl-BE" dirty="0"/>
          </a:p>
          <a:p>
            <a:pPr marL="0" indent="0">
              <a:buNone/>
            </a:pPr>
            <a:r>
              <a:rPr lang="nl-BE" dirty="0"/>
              <a:t>Outside space</a:t>
            </a:r>
          </a:p>
          <a:p>
            <a:pPr marL="0" indent="0">
              <a:buNone/>
            </a:pPr>
            <a:endParaRPr lang="nl-BE" dirty="0"/>
          </a:p>
          <a:p>
            <a:pPr marL="0" indent="0">
              <a:buNone/>
            </a:pPr>
            <a:r>
              <a:rPr lang="nl-BE" dirty="0"/>
              <a:t>Division per province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F906A80F-1E6E-394F-8918-B595C49262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58360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A72707-F837-5F46-9A43-42B4DF34DD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Decisions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DAC4802-C333-204D-A628-629B8D563F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nl-BE" dirty="0"/>
          </a:p>
          <a:p>
            <a:pPr marL="0" indent="0">
              <a:buNone/>
            </a:pPr>
            <a:endParaRPr lang="nl-BE" dirty="0"/>
          </a:p>
          <a:p>
            <a:pPr marL="0" indent="0">
              <a:buNone/>
            </a:pPr>
            <a:r>
              <a:rPr lang="nl-BE" dirty="0"/>
              <a:t>Dropped columns</a:t>
            </a:r>
          </a:p>
          <a:p>
            <a:pPr marL="0" indent="0">
              <a:buNone/>
            </a:pPr>
            <a:endParaRPr lang="nl-BE" dirty="0"/>
          </a:p>
          <a:p>
            <a:pPr marL="0" indent="0">
              <a:buNone/>
            </a:pPr>
            <a:r>
              <a:rPr lang="nl-BE" dirty="0"/>
              <a:t>Seperate df’s by property type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951FC1A-C097-C841-B7A0-8CDBE0CCD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95111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BA577C-1486-4A43-9D3D-6614B5938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Visualization</a:t>
            </a:r>
          </a:p>
        </p:txBody>
      </p:sp>
      <p:pic>
        <p:nvPicPr>
          <p:cNvPr id="6" name="Tijdelijke aanduiding voor inhoud 5">
            <a:extLst>
              <a:ext uri="{FF2B5EF4-FFF2-40B4-BE49-F238E27FC236}">
                <a16:creationId xmlns:a16="http://schemas.microsoft.com/office/drawing/2014/main" id="{A860BB99-D917-B04F-9F0A-353EE533C7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56000" y="2276208"/>
            <a:ext cx="5279999" cy="3960000"/>
          </a:xfrm>
        </p:spPr>
      </p:pic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887E4365-3996-434C-9928-5C81C01F1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21685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A73952-E111-074D-A851-57E193046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visualization</a:t>
            </a:r>
          </a:p>
        </p:txBody>
      </p:sp>
      <p:pic>
        <p:nvPicPr>
          <p:cNvPr id="6" name="Tijdelijke aanduiding voor inhoud 5">
            <a:extLst>
              <a:ext uri="{FF2B5EF4-FFF2-40B4-BE49-F238E27FC236}">
                <a16:creationId xmlns:a16="http://schemas.microsoft.com/office/drawing/2014/main" id="{0C248382-3768-A647-A8AA-080B433B12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56000" y="2276208"/>
            <a:ext cx="5279999" cy="3960000"/>
          </a:xfrm>
        </p:spPr>
      </p:pic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C097ECB1-58AB-D04E-A0CD-C35B91E2A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2853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A73952-E111-074D-A851-57E193046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visualization</a:t>
            </a:r>
          </a:p>
        </p:txBody>
      </p:sp>
      <p:pic>
        <p:nvPicPr>
          <p:cNvPr id="6" name="Tijdelijke aanduiding voor inhoud 5">
            <a:extLst>
              <a:ext uri="{FF2B5EF4-FFF2-40B4-BE49-F238E27FC236}">
                <a16:creationId xmlns:a16="http://schemas.microsoft.com/office/drawing/2014/main" id="{168DF324-8D72-A048-B964-E528A705EE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56000" y="2276208"/>
            <a:ext cx="5279999" cy="3960000"/>
          </a:xfrm>
        </p:spPr>
      </p:pic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C097ECB1-58AB-D04E-A0CD-C35B91E2A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35412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A73952-E111-074D-A851-57E193046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visualization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C097ECB1-58AB-D04E-A0CD-C35B91E2A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  <p:pic>
        <p:nvPicPr>
          <p:cNvPr id="8" name="Tijdelijke aanduiding voor inhoud 7">
            <a:extLst>
              <a:ext uri="{FF2B5EF4-FFF2-40B4-BE49-F238E27FC236}">
                <a16:creationId xmlns:a16="http://schemas.microsoft.com/office/drawing/2014/main" id="{A278C8C9-7A42-0048-A35F-BDE73254B9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56000" y="2276208"/>
            <a:ext cx="5279999" cy="3960000"/>
          </a:xfrm>
        </p:spPr>
      </p:pic>
    </p:spTree>
    <p:extLst>
      <p:ext uri="{BB962C8B-B14F-4D97-AF65-F5344CB8AC3E}">
        <p14:creationId xmlns:p14="http://schemas.microsoft.com/office/powerpoint/2010/main" val="1159402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A73952-E111-074D-A851-57E193046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visualization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C097ECB1-58AB-D04E-A0CD-C35B91E2A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  <p:pic>
        <p:nvPicPr>
          <p:cNvPr id="7" name="Tijdelijke aanduiding voor inhoud 6">
            <a:extLst>
              <a:ext uri="{FF2B5EF4-FFF2-40B4-BE49-F238E27FC236}">
                <a16:creationId xmlns:a16="http://schemas.microsoft.com/office/drawing/2014/main" id="{C315CF59-A38A-014D-8514-F89926B9B7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56000" y="2276208"/>
            <a:ext cx="5279999" cy="3960000"/>
          </a:xfrm>
        </p:spPr>
      </p:pic>
    </p:spTree>
    <p:extLst>
      <p:ext uri="{BB962C8B-B14F-4D97-AF65-F5344CB8AC3E}">
        <p14:creationId xmlns:p14="http://schemas.microsoft.com/office/powerpoint/2010/main" val="19576593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A73952-E111-074D-A851-57E193046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visualization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C097ECB1-58AB-D04E-A0CD-C35B91E2A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  <p:pic>
        <p:nvPicPr>
          <p:cNvPr id="8" name="Tijdelijke aanduiding voor inhoud 7">
            <a:extLst>
              <a:ext uri="{FF2B5EF4-FFF2-40B4-BE49-F238E27FC236}">
                <a16:creationId xmlns:a16="http://schemas.microsoft.com/office/drawing/2014/main" id="{49F6C6BF-C74C-EA47-A247-7B9412306E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56000" y="2276208"/>
            <a:ext cx="5279999" cy="3960000"/>
          </a:xfrm>
        </p:spPr>
      </p:pic>
    </p:spTree>
    <p:extLst>
      <p:ext uri="{BB962C8B-B14F-4D97-AF65-F5344CB8AC3E}">
        <p14:creationId xmlns:p14="http://schemas.microsoft.com/office/powerpoint/2010/main" val="35636559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A73952-E111-074D-A851-57E193046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visualization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C097ECB1-58AB-D04E-A0CD-C35B91E2A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Pauwel De Wilde - Bouman 3.31</a:t>
            </a:r>
            <a:endParaRPr lang="en-US" dirty="0"/>
          </a:p>
        </p:txBody>
      </p:sp>
      <p:pic>
        <p:nvPicPr>
          <p:cNvPr id="7" name="Tijdelijke aanduiding voor inhoud 6">
            <a:extLst>
              <a:ext uri="{FF2B5EF4-FFF2-40B4-BE49-F238E27FC236}">
                <a16:creationId xmlns:a16="http://schemas.microsoft.com/office/drawing/2014/main" id="{A52A41AC-47F2-3844-8F65-420A11A137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56000" y="2276208"/>
            <a:ext cx="5279999" cy="3960000"/>
          </a:xfrm>
        </p:spPr>
      </p:pic>
    </p:spTree>
    <p:extLst>
      <p:ext uri="{BB962C8B-B14F-4D97-AF65-F5344CB8AC3E}">
        <p14:creationId xmlns:p14="http://schemas.microsoft.com/office/powerpoint/2010/main" val="4278641743"/>
      </p:ext>
    </p:extLst>
  </p:cSld>
  <p:clrMapOvr>
    <a:masterClrMapping/>
  </p:clrMapOvr>
</p:sld>
</file>

<file path=ppt/theme/theme1.xml><?xml version="1.0" encoding="utf-8"?>
<a:theme xmlns:a="http://schemas.openxmlformats.org/drawingml/2006/main" name="Pakket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Pakket</Template>
  <TotalTime>41</TotalTime>
  <Words>105</Words>
  <Application>Microsoft Macintosh PowerPoint</Application>
  <PresentationFormat>Breedbeeld</PresentationFormat>
  <Paragraphs>36</Paragraphs>
  <Slides>10</Slides>
  <Notes>1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10</vt:i4>
      </vt:variant>
    </vt:vector>
  </HeadingPairs>
  <TitlesOfParts>
    <vt:vector size="14" baseType="lpstr">
      <vt:lpstr>Arial</vt:lpstr>
      <vt:lpstr>Calibri</vt:lpstr>
      <vt:lpstr>Gill Sans MT</vt:lpstr>
      <vt:lpstr>Pakket</vt:lpstr>
      <vt:lpstr>Data-Analisis</vt:lpstr>
      <vt:lpstr>Decisions</vt:lpstr>
      <vt:lpstr>Decisions</vt:lpstr>
      <vt:lpstr>Visualization</vt:lpstr>
      <vt:lpstr>visualization</vt:lpstr>
      <vt:lpstr>visualization</vt:lpstr>
      <vt:lpstr>visualization</vt:lpstr>
      <vt:lpstr>visualization</vt:lpstr>
      <vt:lpstr>visualization</vt:lpstr>
      <vt:lpstr>visualization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Data-Analisis</dc:title>
  <dc:creator>pauweldw@gmail.com</dc:creator>
  <cp:lastModifiedBy>pauweldw@gmail.com</cp:lastModifiedBy>
  <cp:revision>4</cp:revision>
  <dcterms:created xsi:type="dcterms:W3CDTF">2021-06-30T11:17:54Z</dcterms:created>
  <dcterms:modified xsi:type="dcterms:W3CDTF">2021-06-30T11:58:54Z</dcterms:modified>
</cp:coreProperties>
</file>